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Object Detection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26880" y="65379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Site Safety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</a:rPr>
              <a:t>Construction Site Safety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</a:rPr>
              <a:t>Object Detection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2697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YOLO11 • Computer Vision • Final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6080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Detecting people, PPE and construction-site objects using bounding boxes and confidence scores.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23960" y="1325880"/>
            <a:ext cx="2240280" cy="3383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17152" y="1828800"/>
            <a:ext cx="1261872" cy="2057400"/>
          </a:xfrm>
          <a:prstGeom prst="rect">
            <a:avLst/>
          </a:prstGeom>
          <a:solidFill>
            <a:srgbClr val="DC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15087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Person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97%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09760" y="2148840"/>
            <a:ext cx="685800" cy="438912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2328" y="196596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Hardhat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" y="516636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52075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classes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59152" y="5166360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520750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30 epochs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69080" y="516636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520750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 + Test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806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Prepared from the project notebook and training results.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 &amp;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simple end-to-end object detection pipeline.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8745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002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3246120"/>
            <a:ext cx="157276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Construction-site images + YOLO labels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42032" y="28072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80360" y="160020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8745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002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Train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81528" y="3246120"/>
            <a:ext cx="157276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Fine-tune YOLO11n on our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8072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66360" y="160020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18745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002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Validate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67528" y="3246120"/>
            <a:ext cx="157276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Monitor precision, recall and mAP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14032" y="28072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452360" y="160020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0728" y="18745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002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Test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53528" y="3246120"/>
            <a:ext cx="157276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Run detection on unseen images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00032" y="28072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738360" y="160020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EEF8F4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96728" y="18745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61320" y="20025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6696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Output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39528" y="3246120"/>
            <a:ext cx="157276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Class + confidence + bounding box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51560" y="5349240"/>
            <a:ext cx="10058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Final requirement achieved: the model takes an image and clearly shows detected objects, class names, confidence scores and bounding boxes.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Introduction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Construction Site Safety Image Dataset (Roboflow format).</a:t>
            </a:r>
            <a:endParaRPr lang="en-US" sz="1150" dirty="0"/>
          </a:p>
        </p:txBody>
      </p:sp>
      <p:pic>
        <p:nvPicPr>
          <p:cNvPr id="4" name="Image 0" descr="/mnt/data/Screenshot 2026-09-30 2029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68122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25880"/>
            <a:ext cx="681228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26680" y="132588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28432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Dataset summary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028432" y="2148840"/>
            <a:ext cx="301752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Images from construction-site environments.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10 object classes including Person, Hardhat, Safety Vest, Safety Cone, machinery and vehicle.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YOLO labels are stored as text files for each image.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</a:rPr>
              <a:t>The data is split into train, validation and test folders.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46720" y="50749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19872" y="511606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classes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555480" y="5074920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28632" y="511606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YOLO labels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Samples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We first inspected the training images before training the model.</a:t>
            </a:r>
            <a:endParaRPr lang="en-US" sz="1150" dirty="0"/>
          </a:p>
        </p:txBody>
      </p:sp>
      <p:pic>
        <p:nvPicPr>
          <p:cNvPr id="4" name="Image 0" descr="/mnt/data/Screenshot 2026-09-30 2031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69951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25880"/>
            <a:ext cx="6995160" cy="4480560"/>
          </a:xfrm>
          <a:prstGeom prst="roundRect">
            <a:avLst>
              <a:gd name="adj" fmla="val 1224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132588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16276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Important code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83880" y="2148840"/>
            <a:ext cx="2743200" cy="150876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train_images = glob.glob(...)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print('Training images:', len(train_images))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cv2.imread(img_path)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plt.imshow(img)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What this does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4279392"/>
            <a:ext cx="27432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• Finds the training images.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• Counts them.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• Reads one image with OpenCV.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• Displays a sample with Matplotlib.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366760" y="553212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557326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2605 train images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 &amp; Data Preprocessing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YOLO labels are converted into visible bounding boxes for inspection.</a:t>
            </a:r>
            <a:endParaRPr lang="en-US" sz="1150" dirty="0"/>
          </a:p>
        </p:txBody>
      </p:sp>
      <p:pic>
        <p:nvPicPr>
          <p:cNvPr id="4" name="Image 0" descr="/mnt/data/Screenshot 2026-09-30 2035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580644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61872"/>
            <a:ext cx="5806440" cy="2331720"/>
          </a:xfrm>
          <a:prstGeom prst="roundRect">
            <a:avLst>
              <a:gd name="adj" fmla="val 2353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1" descr="/mnt/data/Screenshot 2026-09-30 2036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75888"/>
            <a:ext cx="5806440" cy="2148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675888"/>
            <a:ext cx="5806440" cy="2148840"/>
          </a:xfrm>
          <a:prstGeom prst="roundRect">
            <a:avLst>
              <a:gd name="adj" fmla="val 2553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0" y="1261872"/>
            <a:ext cx="4983480" cy="4562856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49440" y="1572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YOLO label format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949440" y="2029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class_id   x_center   y_center   width   height</a:t>
            </a:r>
            <a:endParaRPr lang="en-US" sz="1320" dirty="0"/>
          </a:p>
        </p:txBody>
      </p:sp>
      <p:sp>
        <p:nvSpPr>
          <p:cNvPr id="11" name="Text 7"/>
          <p:cNvSpPr/>
          <p:nvPr/>
        </p:nvSpPr>
        <p:spPr>
          <a:xfrm>
            <a:off x="6949440" y="2651760"/>
            <a:ext cx="4160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The coordinates are normalized (0–1). The code multiplies them by image width/height, converts them to pixel coordinates, and draws rectangles around each object.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949440" y="4160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Preprocessing in this notebook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903720" y="4553712"/>
            <a:ext cx="42062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</a:rPr>
              <a:t>Read image with OpenCV.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</a:rPr>
              <a:t>Convert BGR → RGB for display.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</a:rPr>
              <a:t>Read the matching .txt label file.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</a:rPr>
              <a:t>Convert normalized box coordinates to pixels.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Ground-Truth Bounding Boxes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Before training, we verified that the dataset labels match the objects in the images.</a:t>
            </a:r>
            <a:endParaRPr lang="en-US" sz="1150" dirty="0"/>
          </a:p>
        </p:txBody>
      </p:sp>
      <p:pic>
        <p:nvPicPr>
          <p:cNvPr id="4" name="Image 0" descr="/mnt/data/Screenshot 2026-09-30 2047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7360920" cy="4553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353312"/>
            <a:ext cx="7360920" cy="4553712"/>
          </a:xfrm>
          <a:prstGeom prst="roundRect">
            <a:avLst>
              <a:gd name="adj" fmla="val 120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75320" y="1353312"/>
            <a:ext cx="3246120" cy="455371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77072" y="17007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Why this step matters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49640" y="2304288"/>
            <a:ext cx="26060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1F2937"/>
                </a:solidFill>
              </a:rPr>
              <a:t>Confirms that image-label pairs are correct.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1F2937"/>
                </a:solidFill>
              </a:rPr>
              <a:t>Shows the true class names before training.</a:t>
            </a:r>
            <a:endParaRPr lang="en-US" sz="1410" dirty="0"/>
          </a:p>
          <a:p>
            <a:pPr marL="177800" indent="-177800">
              <a:buSzPct val="100000"/>
              <a:buChar char="•"/>
            </a:pPr>
            <a:r>
              <a:rPr lang="en-US" sz="1410" dirty="0">
                <a:solidFill>
                  <a:srgbClr val="1F2937"/>
                </a:solidFill>
              </a:rPr>
              <a:t>Helps detect bad or missing annotations early.</a:t>
            </a:r>
            <a:endParaRPr lang="en-US" sz="1410" dirty="0"/>
          </a:p>
        </p:txBody>
      </p:sp>
      <p:sp>
        <p:nvSpPr>
          <p:cNvPr id="9" name="Text 6"/>
          <p:cNvSpPr/>
          <p:nvPr/>
        </p:nvSpPr>
        <p:spPr>
          <a:xfrm>
            <a:off x="8577072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Example classes visible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77072" y="4956048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machinery  •  Safety Cone  •  Person  •  Hardhat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Architecture &amp; Training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YOLO11n is used as a pretrained one-stage detector, then fine-tuned on our dataset.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824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</a:rPr>
              <a:t>Input image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04872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80360" y="138988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3512" y="16824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</a:rPr>
              <a:t>Backbone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99432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74920" y="138988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16824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</a:rPr>
              <a:t>Feature fusion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93992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269480" y="138988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2632" y="16824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</a:rPr>
              <a:t>Detection head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88552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64040" y="138988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EEF8F4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16824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Boxes + classes</a:t>
            </a:r>
            <a:endParaRPr lang="en-US" sz="1350" dirty="0"/>
          </a:p>
        </p:txBody>
      </p:sp>
      <p:pic>
        <p:nvPicPr>
          <p:cNvPr id="18" name="Image 0" descr="/mnt/data/Screenshot 2026-09-30 205237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43200"/>
            <a:ext cx="6995160" cy="303580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58368" y="2743200"/>
            <a:ext cx="6995160" cy="3035808"/>
          </a:xfrm>
          <a:prstGeom prst="roundRect">
            <a:avLst>
              <a:gd name="adj" fmla="val 1807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09560" y="2743200"/>
            <a:ext cx="3639312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11312" y="30358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Training configuration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11312" y="3520440"/>
            <a:ext cx="2816352" cy="1572768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model.train(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data=data_yaml_path,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epochs=30,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imgsz=640,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batch=8,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device=0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70" dirty="0"/>
          </a:p>
        </p:txBody>
      </p:sp>
      <p:sp>
        <p:nvSpPr>
          <p:cNvPr id="23" name="Text 20"/>
          <p:cNvSpPr/>
          <p:nvPr/>
        </p:nvSpPr>
        <p:spPr>
          <a:xfrm>
            <a:off x="8211312" y="532180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</a:rPr>
              <a:t>Pretrained weights give a strong starting point; training updates the weights using our construction-site images.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&amp;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validation output shows class-wise precision, recall and mAP values.</a:t>
            </a:r>
            <a:endParaRPr lang="en-US" sz="1150" dirty="0"/>
          </a:p>
        </p:txBody>
      </p:sp>
      <p:pic>
        <p:nvPicPr>
          <p:cNvPr id="4" name="Image 0" descr="/mnt/data/Screenshot 2026-09-30 033331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3609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98448"/>
            <a:ext cx="7360920" cy="4754880"/>
          </a:xfrm>
          <a:prstGeom prst="roundRect">
            <a:avLst>
              <a:gd name="adj" fmla="val 1154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3880" y="1298448"/>
            <a:ext cx="3310128" cy="47548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645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Key metrics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03920" y="2176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82F6"/>
                </a:solidFill>
              </a:rPr>
              <a:t>Precision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710928" y="21305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</a:rPr>
              <a:t>How many predicted detections are correct.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8503920" y="2999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82F6"/>
                </a:solidFill>
              </a:rPr>
              <a:t>Recall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710928" y="29535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</a:rPr>
              <a:t>How many true objects are found.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8503920" y="3822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82F6"/>
                </a:solidFill>
              </a:rPr>
              <a:t>mAP50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710928" y="37764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</a:rPr>
              <a:t>Detection quality at IoU = 0.50.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8503920" y="4645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82F6"/>
                </a:solidFill>
              </a:rPr>
              <a:t>mAP50–95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710928" y="45994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</a:rPr>
              <a:t>Stricter average over multiple IoU thresholds.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850392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The model completed 30 epochs and saved the best weights as best.pt.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on Unseen Images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best trained model is loaded and used on the test split.</a:t>
            </a:r>
            <a:endParaRPr lang="en-US" sz="1150" dirty="0"/>
          </a:p>
        </p:txBody>
      </p:sp>
      <p:pic>
        <p:nvPicPr>
          <p:cNvPr id="4" name="Image 0" descr="/mnt/data/Screenshot 2026-09-30 214447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53312"/>
            <a:ext cx="672084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" y="1353312"/>
            <a:ext cx="672084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0" y="1353312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36992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Important code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36992" y="2148840"/>
            <a:ext cx="3154680" cy="1481328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best_model = YOLO('.../best.pt')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best_model.predict(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source=test_images,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conf=0.5,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save=True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36992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</a:rPr>
              <a:t>Uses the best trained weights.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</a:rPr>
              <a:t>Runs inference on unseen test images.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</a:rPr>
              <a:t>Ignores predictions below 50% confidence.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</a:rPr>
              <a:t>Saves the annotated results.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Prediction / Detection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final output includes the object class, confidence score and bounding box.</a:t>
            </a:r>
            <a:endParaRPr lang="en-US" sz="1150" dirty="0"/>
          </a:p>
        </p:txBody>
      </p:sp>
      <p:pic>
        <p:nvPicPr>
          <p:cNvPr id="4" name="Image 0" descr="/mnt/data/Screenshot 2026-09-30 214514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70866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25880"/>
            <a:ext cx="708660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1" descr="/mnt/data/Screenshot 2026-09-30 214529(1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325880"/>
            <a:ext cx="3493008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73568" y="1325880"/>
            <a:ext cx="3493008" cy="2057400"/>
          </a:xfrm>
          <a:prstGeom prst="roundRect">
            <a:avLst>
              <a:gd name="adj" fmla="val 2667"/>
            </a:avLst>
          </a:prstGeom>
          <a:solidFill>
            <a:srgbClr val="FFFFFF">
              <a:alpha val="0"/>
            </a:srgbClr>
          </a:solidFill>
          <a:ln w="13970">
            <a:solidFill>
              <a:srgbClr val="D7DFE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973568" y="3611880"/>
            <a:ext cx="3493008" cy="2240280"/>
          </a:xfrm>
          <a:prstGeom prst="roundRect">
            <a:avLst>
              <a:gd name="adj" fmla="val 3265"/>
            </a:avLst>
          </a:prstGeom>
          <a:solidFill>
            <a:srgbClr val="EEF8F4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75320" y="3931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Final result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7532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Object: Safety Vest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Confidence: 53.13%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Bounding box: displayed on the image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75320" y="5532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F2937"/>
                </a:solidFill>
              </a:rPr>
              <a:t>This directly satisfies the project requirement: detect → identify → score → draw.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complete and simple YOLO object-detection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Dataset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Construction-site images with 10 labeled classes.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Training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YOLO11n fine-tuned for 30 epochs.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747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Evaluation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Precision, recall and mAP measured on validation data.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120640" cy="1572768"/>
          </a:xfrm>
          <a:prstGeom prst="roundRect">
            <a:avLst>
              <a:gd name="adj" fmla="val 4651"/>
            </a:avLst>
          </a:prstGeom>
          <a:solidFill>
            <a:srgbClr val="EEF8F4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Final output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Bounding boxes, class names and confidence scores on test images.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YOLO is fast, easy to deploy, and effective for real-time safety monitoring scenarios.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Site Safety Object Detection using YOLO11</dc:title>
  <dc:subject>YOLO Object Detection Project</dc:subject>
  <dc:creator>OpenAI</dc:creator>
  <cp:lastModifiedBy>OpenAI</cp:lastModifiedBy>
  <cp:revision>1</cp:revision>
  <dcterms:created xsi:type="dcterms:W3CDTF">2026-09-30T18:51:57Z</dcterms:created>
  <dcterms:modified xsi:type="dcterms:W3CDTF">2026-09-30T18:51:57Z</dcterms:modified>
</cp:coreProperties>
</file>